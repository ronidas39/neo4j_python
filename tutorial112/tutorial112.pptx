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26"/>
  </p:normalViewPr>
  <p:slideViewPr>
    <p:cSldViewPr snapToGrid="0">
      <p:cViewPr varScale="1">
        <p:scale>
          <a:sx n="121" d="100"/>
          <a:sy n="121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0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7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5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6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7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0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7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8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4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96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30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46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0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34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9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7E4F9E9-A3ED-C247-A179-9A347F30DB26}" type="datetimeFigureOut">
              <a:rPr lang="en-US" smtClean="0"/>
              <a:t>3/9/24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FB33C4D0-7D12-CE4E-B305-8E44B7C77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9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4089-88E2-CD4E-C252-B17A29434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Neo4j Ingestion Using Spark Connector From Databricks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0614B-93FB-1823-FFB1-D2A094EFDA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Tutorial : 112</a:t>
            </a:r>
          </a:p>
        </p:txBody>
      </p:sp>
    </p:spTree>
    <p:extLst>
      <p:ext uri="{BB962C8B-B14F-4D97-AF65-F5344CB8AC3E}">
        <p14:creationId xmlns:p14="http://schemas.microsoft.com/office/powerpoint/2010/main" val="386565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48AB-2558-61C5-46A0-AAF4D9CF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07E8B-CAEF-BBFA-89B6-27A28BD5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Loading a large csv into neo4j using spark connector (from </a:t>
            </a:r>
            <a:r>
              <a:rPr lang="en-US" dirty="0" err="1"/>
              <a:t>databricks</a:t>
            </a:r>
            <a:r>
              <a:rPr lang="en-US" dirty="0"/>
              <a:t>)</a:t>
            </a:r>
          </a:p>
          <a:p>
            <a:r>
              <a:rPr lang="en-US" dirty="0"/>
              <a:t>Python will be used as programming language </a:t>
            </a:r>
          </a:p>
          <a:p>
            <a:r>
              <a:rPr lang="en-US" dirty="0"/>
              <a:t>Cypher queries will be used to write into neo4j</a:t>
            </a:r>
          </a:p>
        </p:txBody>
      </p:sp>
    </p:spTree>
    <p:extLst>
      <p:ext uri="{BB962C8B-B14F-4D97-AF65-F5344CB8AC3E}">
        <p14:creationId xmlns:p14="http://schemas.microsoft.com/office/powerpoint/2010/main" val="221226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915F-357A-392B-33A0-1BD48058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6A4E6-5A9B-C74F-78EC-539533F08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data bricks table by loading csv</a:t>
            </a:r>
          </a:p>
          <a:p>
            <a:r>
              <a:rPr lang="en-US" dirty="0"/>
              <a:t>Load table as spark data frame using </a:t>
            </a:r>
            <a:r>
              <a:rPr lang="en-US" dirty="0" err="1"/>
              <a:t>pyspark</a:t>
            </a:r>
            <a:r>
              <a:rPr lang="en-US" dirty="0"/>
              <a:t> </a:t>
            </a:r>
          </a:p>
          <a:p>
            <a:r>
              <a:rPr lang="en-US" dirty="0"/>
              <a:t>Write spark data frame into neo4j using spark connector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4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F680-2A37-37D8-D565-87573D680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CABF-249D-516A-9979-03CE49C9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/>
              <a:t>/ronidas39/NEO4J_PYTHON/tree/main/tutorial112</a:t>
            </a:r>
          </a:p>
        </p:txBody>
      </p:sp>
    </p:spTree>
    <p:extLst>
      <p:ext uri="{BB962C8B-B14F-4D97-AF65-F5344CB8AC3E}">
        <p14:creationId xmlns:p14="http://schemas.microsoft.com/office/powerpoint/2010/main" val="8741989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{C6C036EF-AF75-054E-9F2D-3230FC59593C}tf10001076</Template>
  <TotalTime>9</TotalTime>
  <Words>84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Angsana New</vt:lpstr>
      <vt:lpstr>Arial</vt:lpstr>
      <vt:lpstr>Century Gothic</vt:lpstr>
      <vt:lpstr>Wingdings 3</vt:lpstr>
      <vt:lpstr>Ion Boardroom</vt:lpstr>
      <vt:lpstr>Neo4j Ingestion Using Spark Connector From Databricks</vt:lpstr>
      <vt:lpstr>Tutorial objective</vt:lpstr>
      <vt:lpstr>steps</vt:lpstr>
      <vt:lpstr>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Neo4j Ingestion Using Spark Connector From Databricks</dc:title>
  <dc:creator>roni das</dc:creator>
  <cp:lastModifiedBy>roni das</cp:lastModifiedBy>
  <cp:revision>3</cp:revision>
  <dcterms:created xsi:type="dcterms:W3CDTF">2024-03-08T10:17:06Z</dcterms:created>
  <dcterms:modified xsi:type="dcterms:W3CDTF">2024-03-09T11:00:45Z</dcterms:modified>
</cp:coreProperties>
</file>